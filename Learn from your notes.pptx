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0000">
              <a:alpha val="0"/>
            </a:srgbClr>
          </a:solidFill>
          <a:ln w="38100">
            <a:solidFill>
              <a:srgbClr val="FF14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EDUCATION TECHNOLOGY (EDTECH)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C107"/>
                </a:solidFill>
              </a:rPr>
              <a:t>LEARN FROM YOUR NOTES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BCD4"/>
                </a:solidFill>
              </a:rPr>
              <a:t>Smart PUC Chemistry Note Transformer &amp; Revision Tool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7772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CD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493"/>
                </a:solidFill>
              </a:rPr>
              <a:t>⚡ CREATED BY TEAM RAPTORS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Trisha DurgaPrasad Shetty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Karthik Bhagwath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Dhanvi Keshava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Bhavish Kulal</a:t>
            </a:r>
            <a:endParaRPr lang="en-US" sz="1200" dirty="0"/>
          </a:p>
        </p:txBody>
      </p:sp>
      <p:pic>
        <p:nvPicPr>
          <p:cNvPr id="12" name="Picture 11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0000">
              <a:alpha val="0"/>
            </a:srgbClr>
          </a:solidFill>
          <a:ln w="38100">
            <a:solidFill>
              <a:srgbClr val="FF14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107"/>
                </a:solidFill>
              </a:rPr>
              <a:t>Why Students Struggle in PUC Chemistry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493"/>
                </a:solidFill>
              </a:rPr>
              <a:t>📝 Unreadable Handwriting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Classroom dictation is fast. Handwritten reaction mechanisms and formulas end up messy, incomplete, and hard to decode before exams.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493"/>
                </a:solidFill>
              </a:rPr>
              <a:t>📄 Dense Textbook PDFs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1488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Scanned PDFs and long textbooks contain heavy jargon. Students waste hours looking for key takeaways instead of revising efficiently.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5544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493"/>
                </a:solidFill>
              </a:rPr>
              <a:t>😟 Pre-Exam Revision Stress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1488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Without structured study notes, active recall is impossible. Reading 50+ pages of unstructured material leads to cognitive fatigue.</a:t>
            </a:r>
            <a:endParaRPr lang="en-US" sz="1100" dirty="0"/>
          </a:p>
        </p:txBody>
      </p:sp>
      <p:pic>
        <p:nvPicPr>
          <p:cNvPr id="14" name="Picture 13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76D2"/>
                </a:solidFill>
              </a:rPr>
              <a:t>'Learn From Your Notes' Platform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493"/>
                </a:solidFill>
              </a:rPr>
              <a:t>RAW UNSTRUCTURED INPUTS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What Goes In: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Messy handwritten paper note photos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Dense PUC Chemistry textbook PDFs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Complex reaction mechanisms &amp; equations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Unformatted, continuous text blocks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493"/>
                </a:solidFill>
              </a:rPr>
              <a:t>SMART OUTPUT ENGINE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What Comes Out: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57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Clean, bulleted, structured revision notes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331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Automated Flashcard decks for active recall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606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Custom self-assessment Practice Quizzes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Logical flow designed for rapid PUC revision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493"/>
                </a:solidFill>
              </a:rPr>
              <a:t>WORKFLOW: How It Works - 3-Step Simple Flow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</a:rPr>
              <a:t>Upload Notes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Upload any handwritten Chemistry page, complicated PDF, or raw lesson summary into the web interface.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02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</a:rPr>
              <a:t>Structure &amp; Simplify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The processing engine extracts core concepts, simplifies heavy language, and arranges topics into logical revision flow.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03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160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</a:rPr>
              <a:t>Revise &amp; Self-Test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Study structured bullet points, test yourself with interactive flashcards, and solve quick quizzes!</a:t>
            </a:r>
            <a:endParaRPr lang="en-US" sz="900" dirty="0"/>
          </a:p>
        </p:txBody>
      </p:sp>
      <p:pic>
        <p:nvPicPr>
          <p:cNvPr id="26" name="Picture 25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CD4"/>
                </a:solidFill>
              </a:rPr>
              <a:t>Interactive Smart Revision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🔗 Structured Summary Notes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Replaces confusing paragraphs with clean, highlighted bullet points for fast reading.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63"/>
                </a:solidFill>
              </a:rPr>
              <a:t>🔄 Active Recall Flashcards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659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Flip-to-reveal cards with difficulty buttons (↻ Again, Hard, Easy) to master key terms.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319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</a:rPr>
              <a:t>❓ Automated Practice Quizzes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Generates multiple-choice and short question sets directly from your uploaded content.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93192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07"/>
                </a:solidFill>
              </a:rPr>
              <a:t>📊 Revision Flow Progress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Tracks card counts and study completion so students know exactly what to revise next.</a:t>
            </a:r>
            <a:endParaRPr lang="en-US" sz="1000" dirty="0"/>
          </a:p>
        </p:txBody>
      </p:sp>
      <p:pic>
        <p:nvPicPr>
          <p:cNvPr id="16" name="Picture 15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 FOCUS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76D2"/>
                </a:solidFill>
              </a:rPr>
              <a:t>PUC Chemistry Syllabus Coverage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4688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</a:rPr>
              <a:t>ORGANIC CHEMISTRY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493"/>
                </a:solidFill>
              </a:rPr>
              <a:t>Reactions &amp; Mechanisms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Converts multi-step reaction pathways (e.g., Aldehydes, Ketones, Haloalkanes) into step-by-step visual bullet points.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554480"/>
            <a:ext cx="24688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</a:rPr>
              <a:t>PHYSICAL CHEMISTRY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493"/>
                </a:solidFill>
              </a:rPr>
              <a:t>Formulas &amp; Equations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33172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Isolates numerical formulas, rate laws, Electrochemistry equations, and definitions into instant reference sheets.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1554480"/>
            <a:ext cx="24688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978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</a:rPr>
              <a:t>INORGANIC CHEMISTRY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493"/>
                </a:solidFill>
              </a:rPr>
              <a:t>Trends &amp; Compounds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33172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Simplifies p-block, d-block, and Coordination Chemistry concepts into easy-to-remember trend tables.</a:t>
            </a:r>
            <a:endParaRPr lang="en-US" sz="900" dirty="0"/>
          </a:p>
        </p:txBody>
      </p:sp>
      <p:pic>
        <p:nvPicPr>
          <p:cNvPr id="16" name="Picture 15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 ARCHITECTURE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F00"/>
                </a:solidFill>
              </a:rPr>
              <a:t>Built With HTML, CSS &amp; JavaScript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ReviseX Core Structure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class="topbar"&gt;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class="logo"&gt;Revise&lt;span&gt;X&lt;/span&gt;&lt;/a&gt;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id="flashcard" class="flashcard"&gt;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class="card-label"&gt;QUESTION&lt;/div&gt;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id="cardQuestion"&gt;Loading...&lt;/h2&gt;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id="showAnswer"&gt;Show Answer&lt;/button&gt;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F00"/>
                </a:solidFill>
              </a:rPr>
              <a:t>Stack Highlights: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HTML5 Markup: Clean UI shell featuring header navigation, flashcard containers, and practice counters.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CSS3 Styling: Modern visual hierarchy with vivid color accents, card shadows, and button states.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Vanilla JavaScript: Dynamic card switching, rating triggers, and data loading routines (`js/flashcards.js`).</a:t>
            </a:r>
            <a:endParaRPr lang="en-US" sz="900" dirty="0"/>
          </a:p>
        </p:txBody>
      </p:sp>
      <p:pic>
        <p:nvPicPr>
          <p:cNvPr id="10" name="Picture 9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HONEST OVERVIEW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800"/>
                </a:solidFill>
              </a:rPr>
              <a:t>Prototype Status &amp; Realism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7772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</a:rPr>
              <a:t>⚡ Current Working Prototype Stage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Our platform is currently a functional early-stage prototype demonstrating core concepts and web layout logic.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63"/>
                </a:solidFill>
              </a:rPr>
              <a:t>Realistic Performance Note: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Because handwritten notes and complex chemical notations vary widely, the prototype operates at a basic level and may occasionally make parsing or formatting mistakes. Continuous refinement is ongoing to improve accuracy!</a:t>
            </a:r>
            <a:endParaRPr lang="en-US" sz="1000" dirty="0"/>
          </a:p>
        </p:txBody>
      </p:sp>
      <p:pic>
        <p:nvPicPr>
          <p:cNvPr id="9" name="Picture 8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EDUCATIONAL VALUE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76D2"/>
                </a:solidFill>
              </a:rPr>
              <a:t>Why 'Learn From Your Notes'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</a:rPr>
              <a:t>70%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6D2"/>
                </a:solidFill>
              </a:rPr>
              <a:t>Time Saved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Students spend less time deciphering bad handwriting and more time actually learning.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</a:rPr>
              <a:t>3X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6D2"/>
                </a:solidFill>
              </a:rPr>
              <a:t>Better Recall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0604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Interactive flashcards activate memory retrieval better than passive re-reading.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55448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9788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6D2"/>
                </a:solidFill>
              </a:rPr>
              <a:t>PUC Focused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60604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Specifically tailored to address the high-volume Chemistry syllabus in PUC education.</a:t>
            </a:r>
            <a:endParaRPr lang="en-US" sz="1000" dirty="0"/>
          </a:p>
        </p:txBody>
      </p:sp>
      <p:pic>
        <p:nvPicPr>
          <p:cNvPr id="16" name="Picture 15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ROADMAP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107"/>
                </a:solidFill>
              </a:rPr>
              <a:t>Looking Ahead &amp; Thank You!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1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63"/>
                </a:solidFill>
              </a:rPr>
              <a:t>Next Steps for ReviseX: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Advanced OCR model for messy cursive handwriting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Automatic chemical structure &amp; diagram renderer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Expansion into PUC Physics and Mathematics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Presented By Team Raptors: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Trisha DurgaPrasad Shetty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Dhanvi Keshava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Karthik Bhagwath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Bhavish Kulal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🚀 Thank You! Any Questions?</a:t>
            </a:r>
            <a:endParaRPr lang="en-US" sz="2400" dirty="0"/>
          </a:p>
        </p:txBody>
      </p:sp>
      <p:pic>
        <p:nvPicPr>
          <p:cNvPr id="17" name="Picture 16" descr="revisex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960120" cy="572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2026-09-19T08:26:37Z</dcterms:created>
  <dcterms:modified xsi:type="dcterms:W3CDTF">2026-09-19T08:26:37Z</dcterms:modified>
</cp:coreProperties>
</file>